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85d153298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85d15329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873c4fa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873c4fa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873c4fa8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873c4fa8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NMxwujFba9LOlGJjkO1Gi8ACAS5kZPpe/view" TargetMode="External"/><Relationship Id="rId4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j-y1T3c5dkoL9fyylwhxti_SQJhsl8BD/view" TargetMode="External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a </a:t>
            </a:r>
            <a:r>
              <a:rPr lang="en"/>
              <a:t>conversational agent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descr="a close up of a robot 's head and shoulder . (Geleverd door Tenor)"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00" y="2752875"/>
            <a:ext cx="2238225" cy="22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Intent Classification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Training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Cross entropy loss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Adam optimizer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Marbel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Marbel visualization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Intent classification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-neural multi-task model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trained and evaluated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 default hyperparameters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 run_train_test.py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results</a:t>
            </a:r>
            <a:endParaRPr/>
          </a:p>
        </p:txBody>
      </p:sp>
      <p:sp>
        <p:nvSpPr>
          <p:cNvPr id="87" name="Google Shape;87;p16"/>
          <p:cNvSpPr txBox="1"/>
          <p:nvPr>
            <p:ph idx="4294967295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>
            <p:ph idx="4294967295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19050"/>
            <a:ext cx="4927936" cy="452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Cross-Entropy Loss?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-Intent classification: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-Multi class classification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Slot filling: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-multi class classification on token level(BIO tags)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	- cross entropy per token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Adam Optimizer?</a:t>
            </a:r>
            <a:endParaRPr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Adaptive learning rate per parameter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Combines momentum and RMSProp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Also robust to noisy and sparse gradients.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-Strong default </a:t>
            </a:r>
            <a:r>
              <a:rPr lang="en"/>
              <a:t>choice</a:t>
            </a:r>
            <a:r>
              <a:rPr lang="en"/>
              <a:t> for deep models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9" title="Screen Recording 2026-01-16 12460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0" title="Screen Recording 2026-01-16 12543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Thanks!</a:t>
            </a:r>
            <a:endParaRPr sz="3000"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</p:txBody>
      </p:sp>
      <p:pic>
        <p:nvPicPr>
          <p:cNvPr descr="the end of a cartoon is displayed on a red background . (Geleverd door Tenor)"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000" y="0"/>
            <a:ext cx="5860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